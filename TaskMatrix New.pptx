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Inter" panose="02000503000000020004" pitchFamily="34" charset="0"/>
      <p:regular r:id="rId17"/>
    </p:embeddedFont>
    <p:embeddedFont>
      <p:font typeface="Inter" panose="02000503000000020004" pitchFamily="34" charset="-122"/>
      <p:regular r:id="rId18"/>
    </p:embeddedFont>
    <p:embeddedFont>
      <p:font typeface="Inter" panose="02000503000000020004" pitchFamily="34" charset="-120"/>
      <p:regular r:id="rId19"/>
    </p:embeddedFont>
    <p:embeddedFont>
      <p:font typeface="Petrona Bold" pitchFamily="34" charset="0"/>
      <p:bold r:id="rId20"/>
    </p:embeddedFont>
    <p:embeddedFont>
      <p:font typeface="Petrona Bold" pitchFamily="34" charset="-122"/>
      <p:bold r:id="rId21"/>
    </p:embeddedFont>
    <p:embeddedFont>
      <p:font typeface="Petrona Bold" pitchFamily="34" charset="-120"/>
      <p:bold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  <p:bold r:id="rId28"/>
      <p:italic r:id="rId29"/>
      <p:boldItalic r:id="rId30"/>
    </p:embeddedFont>
    <p:embeddedFont>
      <p:font typeface="Consolas" panose="020B0609020204030204" pitchFamily="34" charset="-120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13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sv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908051"/>
            <a:ext cx="2347615" cy="233214"/>
          </a:xfrm>
          <a:prstGeom prst="roundRect">
            <a:avLst>
              <a:gd name="adj" fmla="val 17872"/>
            </a:avLst>
          </a:prstGeom>
          <a:solidFill>
            <a:srgbClr val="CCEEFF"/>
          </a:solidFill>
        </p:spPr>
      </p:sp>
      <p:sp>
        <p:nvSpPr>
          <p:cNvPr id="4" name="Text 1"/>
          <p:cNvSpPr/>
          <p:nvPr/>
        </p:nvSpPr>
        <p:spPr>
          <a:xfrm>
            <a:off x="570533" y="1945258"/>
            <a:ext cx="2655987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STRUCTURES &amp; ALGORITHMS PROJECT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190824"/>
            <a:ext cx="3713411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TaskMatrix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96119" y="2647429"/>
            <a:ext cx="3716982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Priority-Driven Task Management System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96119" y="3036987"/>
            <a:ext cx="5179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78285"/>
            <a:ext cx="5011489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Vision Behind TaskMatrix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2471365"/>
            <a:ext cx="4722763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TaskMatrix is a desktop task management system built in C++ using SFML. It bridges the gap between raw task input and structured, priority-driven execution by leveraging core DSA concepts —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Priority Queue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Linked List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and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Stack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— to manage, sort, and track tasks efficiently.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95971"/>
            <a:ext cx="3713411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→ Solution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06822" y="2289051"/>
            <a:ext cx="4103191" cy="1158478"/>
          </a:xfrm>
          <a:prstGeom prst="roundRect">
            <a:avLst>
              <a:gd name="adj" fmla="val 7710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30796" y="2413025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796" y="2740521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Managing tasks with varying urgency is chaotic. Manual tracking causes missed deadlines, forgotten tasks, and zero priority awareness.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413025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28046" y="2740521"/>
            <a:ext cx="3924598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TaskMatrix uses a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Priority Queue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Linked List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and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Stack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to auto-sort, display, and track tasks — most urgent work always comes first.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78050"/>
            <a:ext cx="4595143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Engine Under the Hood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2433117"/>
            <a:ext cx="2634555" cy="932334"/>
          </a:xfrm>
          <a:prstGeom prst="roundRect">
            <a:avLst>
              <a:gd name="adj" fmla="val 558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4855" y="256185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4855" y="2839789"/>
            <a:ext cx="237708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C++ with SFML 3.0 — rendering, UI, animations, event handling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2433117"/>
            <a:ext cx="2634630" cy="932334"/>
          </a:xfrm>
          <a:prstGeom prst="roundRect">
            <a:avLst>
              <a:gd name="adj" fmla="val 558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384" y="256185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384" y="2839789"/>
            <a:ext cx="237715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File I/O with </a:t>
            </a: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.txt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persistence — tasks, daily tasks, completed history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2433117"/>
            <a:ext cx="2634555" cy="932334"/>
          </a:xfrm>
          <a:prstGeom prst="roundRect">
            <a:avLst>
              <a:gd name="adj" fmla="val 558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1988" y="256185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Logic 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41988" y="2839789"/>
            <a:ext cx="237708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STL Priority Queue, custom Linked List, Stack for task lifecycle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3568"/>
            <a:ext cx="1091654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725537"/>
            <a:ext cx="1390501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007EBD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STRUCTURE I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649760" y="688330"/>
            <a:ext cx="602828" cy="233214"/>
          </a:xfrm>
          <a:prstGeom prst="roundRect">
            <a:avLst>
              <a:gd name="adj" fmla="val 17872"/>
            </a:avLst>
          </a:prstGeom>
          <a:solidFill>
            <a:srgbClr val="CCEEFF"/>
          </a:solidFill>
        </p:spPr>
      </p:sp>
      <p:sp>
        <p:nvSpPr>
          <p:cNvPr id="5" name="Text 3"/>
          <p:cNvSpPr/>
          <p:nvPr/>
        </p:nvSpPr>
        <p:spPr>
          <a:xfrm>
            <a:off x="1724174" y="725537"/>
            <a:ext cx="911200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O(LOG N)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975866"/>
            <a:ext cx="3713411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Queue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96119" y="1568946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Used to store and auto-sort tasks by urgency. Highest priority task always at the top. Custom </a:t>
            </a: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TaskCompare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comparator orders by integer value.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2229371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Color Codes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7242" y="2710681"/>
            <a:ext cx="1580927" cy="21304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7242" y="3047702"/>
            <a:ext cx="158092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701528" y="3047702"/>
            <a:ext cx="158092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77242" y="3646661"/>
            <a:ext cx="158092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7242" y="3983682"/>
            <a:ext cx="158092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2701528" y="3646661"/>
            <a:ext cx="1580927" cy="213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2701528" y="3983682"/>
            <a:ext cx="158092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728046" y="2229371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Complexity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728046" y="2572420"/>
            <a:ext cx="3924598" cy="1451074"/>
          </a:xfrm>
          <a:prstGeom prst="roundRect">
            <a:avLst>
              <a:gd name="adj" fmla="val 359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56783" y="2656359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Insert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816700" y="2656359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O(log N)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856783" y="3017937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Get Top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816700" y="3017937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O(1)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856783" y="3379515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Remove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816700" y="3379515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O(log N)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856783" y="3741093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Load from File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816700" y="3741093"/>
            <a:ext cx="21644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O(N log N)</a:t>
            </a:r>
            <a:endParaRPr lang="en-US" sz="95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" y="2572385"/>
            <a:ext cx="4067175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3202"/>
            <a:ext cx="7172251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Structures II &amp; III — Linked List &amp; Stack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06822" y="1926282"/>
            <a:ext cx="4103191" cy="1884015"/>
          </a:xfrm>
          <a:prstGeom prst="roundRect">
            <a:avLst>
              <a:gd name="adj" fmla="val 4741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30796" y="2050256"/>
            <a:ext cx="2357586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Linked List — Daily Tasks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796" y="2377753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Used for Daily Tasks. Each node stores title, date, status, completed flag, </a:t>
            </a:r>
            <a:r>
              <a:rPr lang="en-US" sz="950" dirty="0">
                <a:solidFill>
                  <a:srgbClr val="FFFFFF"/>
                </a:solidFill>
                <a:highlight>
                  <a:srgbClr val="282834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completedTime</a:t>
            </a: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and next pointer. Supports dynamic insertion and deletion.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3084761"/>
            <a:ext cx="3855244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Add: </a:t>
            </a:r>
            <a:r>
              <a:rPr lang="en-US" sz="950" dirty="0">
                <a:solidFill>
                  <a:srgbClr val="FFFFFF"/>
                </a:solidFill>
                <a:highlight>
                  <a:srgbClr val="282834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O(N)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Remove: </a:t>
            </a:r>
            <a:r>
              <a:rPr lang="en-US" sz="950" dirty="0">
                <a:solidFill>
                  <a:srgbClr val="FFFFFF"/>
                </a:solidFill>
                <a:highlight>
                  <a:srgbClr val="282834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O(N)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Traverse: </a:t>
            </a:r>
            <a:r>
              <a:rPr lang="en-US" sz="950" dirty="0">
                <a:solidFill>
                  <a:srgbClr val="FFFFFF"/>
                </a:solidFill>
                <a:highlight>
                  <a:srgbClr val="282834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050256"/>
            <a:ext cx="2349624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 — Completed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28046" y="2377753"/>
            <a:ext cx="3924598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Two stacks for completed tasks — one for Priority, one for Daily. Merged for display. LIFO order shows most recently completed first.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084761"/>
            <a:ext cx="3924598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Push: </a:t>
            </a: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O(1)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Pop: </a:t>
            </a: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O(1)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Peek: </a:t>
            </a: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O(1)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5761"/>
            <a:ext cx="4148435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TaskMatrix: System Flow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980828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77281"/>
            <a:ext cx="2634555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5" name="Text 3"/>
          <p:cNvSpPr/>
          <p:nvPr/>
        </p:nvSpPr>
        <p:spPr>
          <a:xfrm>
            <a:off x="496119" y="226784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adds task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545779"/>
            <a:ext cx="2634555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Stored in Priority Queue or Linked List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54648" y="1980828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177281"/>
            <a:ext cx="2634630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9" name="Text 7"/>
          <p:cNvSpPr/>
          <p:nvPr/>
        </p:nvSpPr>
        <p:spPr>
          <a:xfrm>
            <a:off x="3254648" y="226784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Tasks saved to file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54648" y="2545779"/>
            <a:ext cx="263463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Via File I/O on every change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13252" y="1980828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177281"/>
            <a:ext cx="2634555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13" name="Text 11"/>
          <p:cNvSpPr/>
          <p:nvPr/>
        </p:nvSpPr>
        <p:spPr>
          <a:xfrm>
            <a:off x="6013252" y="226784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 relaunch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13252" y="2545779"/>
            <a:ext cx="2634555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Tasks reloaded into data structures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2961233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157686"/>
            <a:ext cx="4013820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17" name="Text 15"/>
          <p:cNvSpPr/>
          <p:nvPr/>
        </p:nvSpPr>
        <p:spPr>
          <a:xfrm>
            <a:off x="496119" y="3248248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Completing a task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6119" y="3526185"/>
            <a:ext cx="401382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Pushed onto Completed Stack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33913" y="2961233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3913" y="3157686"/>
            <a:ext cx="4013895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1" name="Text 19"/>
          <p:cNvSpPr/>
          <p:nvPr/>
        </p:nvSpPr>
        <p:spPr>
          <a:xfrm>
            <a:off x="4633913" y="3248248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 Menu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3913" y="3526185"/>
            <a:ext cx="4013895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Shows live progress bar from both structures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5346"/>
            <a:ext cx="4690839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File I/O — Persistent Storage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30413"/>
            <a:ext cx="2634555" cy="1337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380" y="2740744"/>
            <a:ext cx="1628105" cy="2178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tasks.txt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34380" y="3032968"/>
            <a:ext cx="235803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Priority tasks: title, priority, date, completed flag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4648" y="2230413"/>
            <a:ext cx="2634630" cy="13377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92909" y="2740744"/>
            <a:ext cx="1628105" cy="2178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daily_tasks.txt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392909" y="3032968"/>
            <a:ext cx="235810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Linked list nodes: title, date, status, completed, time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3252" y="2230413"/>
            <a:ext cx="2634555" cy="13377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1513" y="2740744"/>
            <a:ext cx="1643211" cy="2178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completed_tasks.txt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151513" y="3032968"/>
            <a:ext cx="235803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Merged stacks with source tag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019"/>
            <a:ext cx="3924821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Visualizing TaskMatrix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32086"/>
            <a:ext cx="248022" cy="248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35113"/>
            <a:ext cx="167788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Animated Background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2013049"/>
            <a:ext cx="399834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Animated scrolling background (SFML sprites)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9465" y="1332086"/>
            <a:ext cx="248022" cy="248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9465" y="1735113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Color-Coded Bars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9465" y="2013049"/>
            <a:ext cx="3998416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Color-coded task bars by priority level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59534"/>
            <a:ext cx="248022" cy="248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62560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Checkbox System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3140497"/>
            <a:ext cx="399834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Checkbox tick system for completion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9465" y="2459534"/>
            <a:ext cx="248022" cy="248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9465" y="2862560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Daily Task Grid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9465" y="3140497"/>
            <a:ext cx="3998416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Card-based daily task grid with status badges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86981"/>
            <a:ext cx="248022" cy="2480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990008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Progress Bar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6119" y="4267944"/>
            <a:ext cx="399834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Live progress bar on main menu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9465" y="3586981"/>
            <a:ext cx="248022" cy="2480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9465" y="3990008"/>
            <a:ext cx="16281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Exit Confirmation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9465" y="4267944"/>
            <a:ext cx="3998416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Exit confirmation popup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1597"/>
            <a:ext cx="4854922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 for Your Attention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568202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06822" y="1957760"/>
            <a:ext cx="4103191" cy="1691804"/>
          </a:xfrm>
          <a:prstGeom prst="roundRect">
            <a:avLst>
              <a:gd name="adj" fmla="val 5279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30796" y="2081733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Team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0796" y="2409230"/>
            <a:ext cx="3855244" cy="11287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Arhama Tariq</a:t>
            </a: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: Priority Queue, File I/O.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Khaula Khalid</a:t>
            </a: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: Daily Tasks Linked List, UI, SFML rendering.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Zara Sumbal: Completed Tasks, Counters.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081733"/>
            <a:ext cx="208530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Known Limitations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4555" y="2430884"/>
            <a:ext cx="186035" cy="186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31073" y="2424782"/>
            <a:ext cx="148173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date validation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4319" y="2430884"/>
            <a:ext cx="186035" cy="186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0837" y="2424782"/>
            <a:ext cx="148180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edit functionality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4555" y="3057153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1073" y="3051051"/>
            <a:ext cx="3521571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File corruption risk if force-closed mid-write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96119" y="3789090"/>
            <a:ext cx="2224013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5295" y="3831059"/>
            <a:ext cx="2522860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007EBD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// TASKMATRIX — BUILT WITH C++ &amp; SFML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2815</Words>
  <Application>WPS Presentation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SimSun</vt:lpstr>
      <vt:lpstr>Wingdings</vt:lpstr>
      <vt:lpstr>Inter</vt:lpstr>
      <vt:lpstr>Inter</vt:lpstr>
      <vt:lpstr>Inter</vt:lpstr>
      <vt:lpstr>Petrona Bold</vt:lpstr>
      <vt:lpstr>Petrona Bold</vt:lpstr>
      <vt:lpstr>Petrona Bold</vt:lpstr>
      <vt:lpstr>Consolas</vt:lpstr>
      <vt:lpstr>Consolas</vt:lpstr>
      <vt:lpstr>Consolas</vt:lpstr>
      <vt:lpstr>Petrona Light</vt:lpstr>
      <vt:lpstr>Segoe Print</vt:lpstr>
      <vt:lpstr>Petrona Light</vt:lpstr>
      <vt:lpstr>Petrona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Arhama Tariq</cp:lastModifiedBy>
  <cp:revision>2</cp:revision>
  <dcterms:created xsi:type="dcterms:W3CDTF">2026-06-01T17:28:00Z</dcterms:created>
  <dcterms:modified xsi:type="dcterms:W3CDTF">2026-06-01T17:35:16Z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9C16F39BC604477795040FAFD75F759B_13</vt:lpwstr>
  </property>
  <property fmtid="{D5CDD505-2E9C-101B-9397-08002B2CF9AE}" pid="3" name="KSOProductBuildVer">
    <vt:lpwstr>1033-12.1.0.26372</vt:lpwstr>
  </property>
</Properties>
</file>